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9d5e330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f9d5e330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f9d5e330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f9d5e330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f9d5e33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f9d5e33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50f7332b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50f7332b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50f7332b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50f7332b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rebel.no/konferansesenter/konferanselokaler" TargetMode="External"/><Relationship Id="rId4" Type="http://schemas.openxmlformats.org/officeDocument/2006/relationships/hyperlink" Target="https://www.handverkerenoslo.no/" TargetMode="External"/><Relationship Id="rId5" Type="http://schemas.openxmlformats.org/officeDocument/2006/relationships/hyperlink" Target="https://www.strawberry.no/konferanser-moter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83525" y="3542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Team 07.04.2026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2780" y="808200"/>
            <a:ext cx="3822101" cy="289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-Requirements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-What we’ve done / looked at already…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-Steps to get going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-How we should work?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requirements for new venue(s)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301325"/>
            <a:ext cx="407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Current: Vulkan Arena / Pokalen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Arena capacity</a:t>
            </a:r>
            <a:r>
              <a:rPr b="1" lang="en" sz="1200"/>
              <a:t>: </a:t>
            </a:r>
            <a:r>
              <a:rPr lang="en" sz="1200"/>
              <a:t>400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Pokalen social / lunch / village capacity: </a:t>
            </a:r>
            <a:r>
              <a:rPr lang="en" sz="1200"/>
              <a:t>&lt;250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Arena dinner capacity: </a:t>
            </a:r>
            <a:r>
              <a:rPr lang="en" sz="1200"/>
              <a:t>150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Space for villages: 1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Space for sponsors on-site: 3-4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Sound / Light: </a:t>
            </a:r>
            <a:r>
              <a:rPr lang="en" sz="1200"/>
              <a:t>yes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Network QoS: </a:t>
            </a:r>
            <a:r>
              <a:rPr lang="en" sz="1200"/>
              <a:t>yes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Catering: </a:t>
            </a:r>
            <a:r>
              <a:rPr lang="en" sz="1200"/>
              <a:t>yes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Bar service: </a:t>
            </a:r>
            <a:r>
              <a:rPr lang="en" sz="1200"/>
              <a:t>yes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Security service: </a:t>
            </a:r>
            <a:r>
              <a:rPr lang="en" sz="1200"/>
              <a:t>yes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Coatcheck: </a:t>
            </a:r>
            <a:r>
              <a:rPr lang="en" sz="1200"/>
              <a:t>yes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All under one roof: </a:t>
            </a:r>
            <a:r>
              <a:rPr lang="en" sz="1200"/>
              <a:t>yes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Space is ours for the day: </a:t>
            </a:r>
            <a:r>
              <a:rPr lang="en" sz="1200"/>
              <a:t>yes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Prices ex mva: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Conference day /person: </a:t>
            </a:r>
            <a:r>
              <a:rPr lang="en" sz="1200"/>
              <a:t>706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Dinner /person:</a:t>
            </a:r>
            <a:r>
              <a:rPr lang="en" sz="1200"/>
              <a:t> 405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/>
              <a:t>Total to venue for 2025: 289.370,50 NOK</a:t>
            </a:r>
            <a:endParaRPr b="1" sz="120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754700" y="1301325"/>
            <a:ext cx="407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Future Venue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Arena capacity: </a:t>
            </a:r>
            <a:r>
              <a:rPr lang="en" sz="1200"/>
              <a:t>400-500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Social / lunch / village: </a:t>
            </a:r>
            <a:r>
              <a:rPr lang="en" sz="1200"/>
              <a:t>3-400+ (more rooms?)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Dinner capacity: </a:t>
            </a:r>
            <a:r>
              <a:rPr lang="en" sz="1200"/>
              <a:t>250 (nice to have)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Space for villages: 3+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Space for sponsors on-site: 6+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Sound / Light: </a:t>
            </a:r>
            <a:r>
              <a:rPr lang="en" sz="1200"/>
              <a:t>yes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Network QoS: </a:t>
            </a:r>
            <a:r>
              <a:rPr lang="en" sz="1200"/>
              <a:t>yes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Catering: </a:t>
            </a:r>
            <a:r>
              <a:rPr lang="en" sz="1200"/>
              <a:t>nice to have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Bar service: </a:t>
            </a:r>
            <a:r>
              <a:rPr lang="en" sz="1200"/>
              <a:t>nice to have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Security service: </a:t>
            </a:r>
            <a:r>
              <a:rPr lang="en" sz="1200"/>
              <a:t>yes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Coatcheck: </a:t>
            </a:r>
            <a:r>
              <a:rPr lang="en" sz="1200"/>
              <a:t>nice to have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All under one roof: </a:t>
            </a:r>
            <a:r>
              <a:rPr lang="en" sz="1200"/>
              <a:t>nice to have?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Space is ours for the day: </a:t>
            </a:r>
            <a:r>
              <a:rPr lang="en" sz="1200"/>
              <a:t>nice to have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Prices? 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we’ve looked at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hlinkClick r:id="rId3"/>
              </a:rPr>
              <a:t>Rebel</a:t>
            </a:r>
            <a:r>
              <a:rPr lang="en" sz="1400"/>
              <a:t>: Expensive if we charge admission, shared space where office </a:t>
            </a:r>
            <a:r>
              <a:rPr lang="en" sz="1400"/>
              <a:t>cafeteria</a:t>
            </a:r>
            <a:r>
              <a:rPr lang="en" sz="1400"/>
              <a:t> lunch would be happening in an open atrium during the event (noise / distraction), viewing (pillars and odd angles), seating (cushions on concrete benches).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hlinkClick r:id="rId4"/>
              </a:rPr>
              <a:t>Håndverkeren</a:t>
            </a:r>
            <a:r>
              <a:rPr b="1" lang="en" sz="1400"/>
              <a:t>: </a:t>
            </a:r>
            <a:r>
              <a:rPr lang="en" sz="1400"/>
              <a:t>Didn’t see like a step up given the layout (multiple smaller rooms to replace the Pokalen area, bottleneck during re-rig of the main room for dinner).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hlink"/>
                </a:solidFill>
                <a:hlinkClick r:id="rId5"/>
              </a:rPr>
              <a:t>Clarion Hotel The Hub:</a:t>
            </a:r>
            <a:r>
              <a:rPr b="1" lang="en" sz="1400"/>
              <a:t> </a:t>
            </a:r>
            <a:r>
              <a:rPr lang="en" sz="1400"/>
              <a:t>Could work but seemed to be in the 500.000 NOK range, so not an immediate plan A. More “corporate” and less “gritty”. Not necessarily a bad thing, but the vibe is far from Vulkan. Could be more </a:t>
            </a:r>
            <a:r>
              <a:rPr lang="en" sz="1400"/>
              <a:t>attractive</a:t>
            </a:r>
            <a:r>
              <a:rPr lang="en" sz="1400"/>
              <a:t> to sponsors?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Am I forgetting some?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Rough steps to get going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list of venues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Initial visits (can be informal)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Rule out the ones we know won’t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Visit / request quotes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Narrow the field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budget / funding options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Enter negotiations with finalists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Select, sign &amp; announce @ BSides Oslo 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work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 drive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 group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Zoe said Trello?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Bi-weekly meetings OK, maybe shorter if we are collaborating well?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